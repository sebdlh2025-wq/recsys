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Javascript great for webapps, backend front-end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Python closely following js  there is a lot of development and innovation happening in Python universe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2</a:t>
            </a:r>
            <a:r>
              <a:rPr baseline="30000" lang="en-GB"/>
              <a:t>nd</a:t>
            </a:r>
            <a:r>
              <a:rPr lang="en-GB"/>
              <a:t> most used language with in github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Libraries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API … all using python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Libraries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API … all using python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Libraries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API … all using python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Libraries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API … all using python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5"/>
            <a:ext cx="9144000" cy="283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-9"/>
            <a:ext cx="9144000" cy="95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74100" y="253776"/>
            <a:ext cx="1079175" cy="7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-9"/>
            <a:ext cx="9144000" cy="95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74100" y="253776"/>
            <a:ext cx="1079175" cy="7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ctoverse.github.com/#top-languages-over-the-year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ypi.org/" TargetMode="External"/><Relationship Id="rId4" Type="http://schemas.openxmlformats.org/officeDocument/2006/relationships/hyperlink" Target="https://scikit-learn.org/stable/" TargetMode="External"/><Relationship Id="rId5" Type="http://schemas.openxmlformats.org/officeDocument/2006/relationships/hyperlink" Target="https://pandas.pydata.org/" TargetMode="External"/><Relationship Id="rId6" Type="http://schemas.openxmlformats.org/officeDocument/2006/relationships/hyperlink" Target="https://www.tensorflow.org/" TargetMode="External"/><Relationship Id="rId7" Type="http://schemas.openxmlformats.org/officeDocument/2006/relationships/hyperlink" Target="https://pytorch.org/" TargetMode="External"/><Relationship Id="rId8" Type="http://schemas.openxmlformats.org/officeDocument/2006/relationships/hyperlink" Target="https://huggingface.co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ootstrap.pypa.io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virtualenv.pypa.io/en/lates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numpy.org/doc/" TargetMode="External"/><Relationship Id="rId4" Type="http://schemas.openxmlformats.org/officeDocument/2006/relationships/hyperlink" Target="https://jupyter.org/inst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</a:pPr>
            <a:r>
              <a:rPr lang="en-GB"/>
              <a:t>Python for Data Science/ML Getting Started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0" y="2836075"/>
            <a:ext cx="9144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Deep Learning 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Learning outcomes</a:t>
            </a:r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571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 sz="2000"/>
              <a:t>Why Python?</a:t>
            </a:r>
            <a:endParaRPr/>
          </a:p>
          <a:p>
            <a:pPr indent="-457200" lvl="0" marL="571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 sz="2000"/>
              <a:t>Installation </a:t>
            </a:r>
            <a:endParaRPr/>
          </a:p>
          <a:p>
            <a:pPr indent="-457200" lvl="0" marL="571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 sz="2000"/>
              <a:t>Jupyter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Why Python?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987420" y="4564330"/>
            <a:ext cx="7136880" cy="478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https://octoverse.github.com/#top-languages-over-the-years</a:t>
            </a:r>
            <a:r>
              <a:rPr lang="en-GB"/>
              <a:t> </a:t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454" y="1146445"/>
            <a:ext cx="6135780" cy="335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Why Python?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885825" y="1266950"/>
            <a:ext cx="71370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You don’t have to start from scratch </a:t>
            </a:r>
            <a:r>
              <a:rPr lang="en-GB" sz="2400" u="sng">
                <a:solidFill>
                  <a:schemeClr val="hlink"/>
                </a:solidFill>
                <a:hlinkClick r:id="rId3"/>
              </a:rPr>
              <a:t>PyPI</a:t>
            </a:r>
            <a:r>
              <a:rPr lang="en-GB" sz="2400"/>
              <a:t> </a:t>
            </a:r>
            <a:endParaRPr/>
          </a:p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ML with scikit-learn </a:t>
            </a:r>
            <a:r>
              <a:rPr lang="en-GB" sz="2400" u="sng">
                <a:solidFill>
                  <a:schemeClr val="hlink"/>
                </a:solidFill>
                <a:hlinkClick r:id="rId4"/>
              </a:rPr>
              <a:t>https://scikit-learn.org/stable/</a:t>
            </a:r>
            <a:r>
              <a:rPr lang="en-GB" sz="2400"/>
              <a:t> </a:t>
            </a:r>
            <a:endParaRPr/>
          </a:p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ML with Pandas </a:t>
            </a:r>
            <a:r>
              <a:rPr lang="en-GB" sz="2400" u="sng">
                <a:solidFill>
                  <a:schemeClr val="hlink"/>
                </a:solidFill>
                <a:hlinkClick r:id="rId5"/>
              </a:rPr>
              <a:t>https://pandas.pydata.org/</a:t>
            </a:r>
            <a:r>
              <a:rPr lang="en-GB" sz="2400"/>
              <a:t> </a:t>
            </a:r>
            <a:endParaRPr/>
          </a:p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TensorFlow </a:t>
            </a:r>
            <a:r>
              <a:rPr lang="en-GB" sz="2400" u="sng">
                <a:solidFill>
                  <a:schemeClr val="hlink"/>
                </a:solidFill>
                <a:hlinkClick r:id="rId6"/>
              </a:rPr>
              <a:t>https://www.tensorflow.org/</a:t>
            </a:r>
            <a:r>
              <a:rPr lang="en-GB" sz="2400"/>
              <a:t> </a:t>
            </a:r>
            <a:endParaRPr/>
          </a:p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PyTorch </a:t>
            </a:r>
            <a:r>
              <a:rPr lang="en-GB" sz="2400" u="sng">
                <a:solidFill>
                  <a:schemeClr val="hlink"/>
                </a:solidFill>
                <a:hlinkClick r:id="rId7"/>
              </a:rPr>
              <a:t>https://pytorch.org/</a:t>
            </a:r>
            <a:r>
              <a:rPr lang="en-GB" sz="2400"/>
              <a:t> </a:t>
            </a:r>
            <a:endParaRPr/>
          </a:p>
          <a:p>
            <a:pPr indent="-3137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072"/>
              <a:buChar char="●"/>
            </a:pPr>
            <a:r>
              <a:rPr lang="en-GB" sz="2400"/>
              <a:t>Hugging Face </a:t>
            </a:r>
            <a:r>
              <a:rPr lang="en-GB" sz="2400" u="sng">
                <a:solidFill>
                  <a:schemeClr val="hlink"/>
                </a:solidFill>
                <a:hlinkClick r:id="rId8"/>
              </a:rPr>
              <a:t>https://huggingface.co/</a:t>
            </a:r>
            <a:r>
              <a:rPr lang="en-GB" sz="2400"/>
              <a:t> </a:t>
            </a:r>
            <a:endParaRPr sz="2400"/>
          </a:p>
          <a:p>
            <a:pPr indent="-34671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400"/>
              <a:t>SOTA NLP</a:t>
            </a:r>
            <a:endParaRPr sz="2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072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072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None/>
            </a:pPr>
            <a:r>
              <a:rPr lang="en-GB"/>
              <a:t>Installation: </a:t>
            </a:r>
            <a:r>
              <a:rPr b="1" lang="en-GB"/>
              <a:t>Environment Initialization</a:t>
            </a:r>
            <a:br>
              <a:rPr b="1" lang="en-GB"/>
            </a:b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210100" y="1266951"/>
            <a:ext cx="85182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We start our tutorial with introduction to </a:t>
            </a:r>
            <a:r>
              <a:rPr i="1" lang="en-GB"/>
              <a:t>environments</a:t>
            </a:r>
            <a:r>
              <a:rPr lang="en-GB"/>
              <a:t>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Creating environments prevents many errors including contradictions between libraries, bugs in recently updated libraries, problems with migrations and many more.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It is a good habit to create a separate environment for each project.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pip is a package-management system written in Python used to install and manage software packages. </a:t>
            </a:r>
            <a:endParaRPr/>
          </a:p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PIP is already installed if you are using Python 3 &gt;=3.4 downloaded from python.org or if you are working in a Virtual Environment created by virtualenv or pyvenv. Just make sure to upgrade pip. If it is not the case, download pip from the link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https://bootstrap.pypa.io/</a:t>
            </a:r>
            <a:r>
              <a:rPr lang="en-GB"/>
              <a:t> ), then you can run following command in the COMAND PROMPT.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None/>
            </a:pPr>
            <a:r>
              <a:rPr lang="en-GB"/>
              <a:t>Installation: </a:t>
            </a:r>
            <a:r>
              <a:rPr b="1" lang="en-GB"/>
              <a:t>Environment Initialization</a:t>
            </a:r>
            <a:br>
              <a:rPr b="1" lang="en-GB"/>
            </a:b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89710" y="1279358"/>
            <a:ext cx="6571672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3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cd /path/to/downloadsfolder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3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3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python get-pip.py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you can use pip command, let's try it with installation of the environment library.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pip3 install virtualenv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have just installed library </a:t>
            </a:r>
            <a:r>
              <a:rPr b="0" i="0" lang="en-GB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virtualenv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which allows you to create environments as follows: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virtualenv myfirstenvironment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source myfirstenvironment/bin/activate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None/>
            </a:pPr>
            <a:r>
              <a:rPr lang="en-GB"/>
              <a:t>Installation: </a:t>
            </a:r>
            <a:r>
              <a:rPr b="1" lang="en-GB"/>
              <a:t>Environment Initialization</a:t>
            </a:r>
            <a:br>
              <a:rPr b="1" lang="en-GB"/>
            </a:b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458549" y="1279350"/>
            <a:ext cx="6903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Now, you can install any package you want to the environment. For instance, you can install </a:t>
            </a:r>
            <a:r>
              <a:rPr b="0" i="0" lang="en-GB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numpy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- a very popular library for working with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pip install numpy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Jupyterlab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you’ll be using throughout the course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 pip install jupyterlab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also use Conda, Follow the guide on moodle /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Week1/Getting_started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Notebook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also use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.lu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