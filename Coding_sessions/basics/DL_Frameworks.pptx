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Symbolic math library based on data Flow and differential programming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More detailed and allows to have more detailed control to manipulate functions .. how to use and implement them.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Generic provides more functionalities with one command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HIGH Level: easy and less involved with the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PyTorch: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seamless process to go from training to deployment by staying entirely within the pytorch ecosystem.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It provides end to end workflow makes it easy to go from research to production.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Privacy … federated learning techniques.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5"/>
            <a:ext cx="9144000" cy="283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-9"/>
            <a:ext cx="9144000" cy="95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74100" y="253776"/>
            <a:ext cx="1079175" cy="7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270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Deep Learning frameworks</a:t>
            </a:r>
            <a:endParaRPr/>
          </a:p>
        </p:txBody>
      </p:sp>
      <p:sp>
        <p:nvSpPr>
          <p:cNvPr id="48" name="Google Shape;48;p10"/>
          <p:cNvSpPr txBox="1"/>
          <p:nvPr/>
        </p:nvSpPr>
        <p:spPr>
          <a:xfrm>
            <a:off x="0" y="2836075"/>
            <a:ext cx="91440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to Deep Learning </a:t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9" name="Google Shape;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8" y="3623984"/>
            <a:ext cx="2860876" cy="1430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50" name="Google Shape;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4441" y="3968875"/>
            <a:ext cx="2662177" cy="772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company name&#10;&#10;Description automatically generated" id="51" name="Google Shape;5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795" y="3699515"/>
            <a:ext cx="2621497" cy="131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TensorFlow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5003772" y="1217130"/>
            <a:ext cx="4029391" cy="10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Char char="●"/>
            </a:pPr>
            <a:r>
              <a:rPr lang="en-US"/>
              <a:t>Low level-software library created by Google to implement ML models and to solve complex numerical problems</a:t>
            </a:r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91" y="1217130"/>
            <a:ext cx="4396509" cy="115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59" name="Google Shape;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490" y="2803635"/>
            <a:ext cx="3325091" cy="193963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/>
          <p:nvPr/>
        </p:nvSpPr>
        <p:spPr>
          <a:xfrm>
            <a:off x="4452925" y="2571749"/>
            <a:ext cx="43965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5750" lvl="0" marL="28575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performs calculations by converting every element into graphical form. The variables of the graph are called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Tensors</a:t>
            </a: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the mathematical operations are called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operators.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Tensors are IMMUTABLE.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Keras</a:t>
            </a:r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0" y="1217122"/>
            <a:ext cx="44613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9"/>
              <a:buChar char="●"/>
            </a:pPr>
            <a:r>
              <a:rPr lang="en-US"/>
              <a:t>A high-level deep learning API written in Python for easy implementation and computation of neural networks.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pic>
        <p:nvPicPr>
          <p:cNvPr id="67" name="Google Shape;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09" y="1905149"/>
            <a:ext cx="4330128" cy="160105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/>
        </p:nvSpPr>
        <p:spPr>
          <a:xfrm>
            <a:off x="4461164" y="3176153"/>
            <a:ext cx="4396509" cy="1673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 also integrates with various backend engines to help with fast computation while miniating ease of implementation. 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PyTorch</a:t>
            </a:r>
            <a:endParaRPr/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3962400" y="1490059"/>
            <a:ext cx="4869900" cy="33036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A low-level API developed by Facebook for natural language processing and computer vision.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It is a more powerful version of NumPy.</a:t>
            </a:r>
            <a:endParaRPr/>
          </a:p>
          <a:p>
            <a:pPr indent="-21590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Emphasizes flexibility and allows deep learning models to be expressed in basic python</a:t>
            </a:r>
            <a:endParaRPr/>
          </a:p>
        </p:txBody>
      </p:sp>
      <p:pic>
        <p:nvPicPr>
          <p:cNvPr descr="Logo, company name&#10;&#10;Description automatically generated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28879"/>
            <a:ext cx="3363194" cy="1681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clipart, screenshot&#10;&#10;Description automatically generated" id="80" name="Google Shape;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445" y="1511040"/>
            <a:ext cx="6358082" cy="3012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60582"/>
            <a:ext cx="9144000" cy="41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1. Level of API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2. Speed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32068"/>
            <a:ext cx="9144000" cy="421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3. Architecture 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4. Datasets and Debugging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5. Ease of Development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6. Ease of Deployment 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.lu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